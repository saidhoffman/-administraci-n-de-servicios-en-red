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10/7/2024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10/7/2024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10/7/2024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10/7/2024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10/7/2024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pt/photo/1241325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B233A9-8478-712D-6A1C-F9319B5F2C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Persistencia en </a:t>
            </a:r>
            <a:r>
              <a:rPr lang="es-MX" dirty="0" err="1"/>
              <a:t>dockets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98DA70-D974-C535-5FB9-AA8D33388A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En GNS3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73456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CD94F7C0-1344-4B3C-AFCB-E7F006BB5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3">
            <a:extLst>
              <a:ext uri="{FF2B5EF4-FFF2-40B4-BE49-F238E27FC236}">
                <a16:creationId xmlns:a16="http://schemas.microsoft.com/office/drawing/2014/main" id="{4EC584A2-4215-4DB8-AE1F-E3768D77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7B5D2B7-2214-0EF2-636D-7401D742C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4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0ACAE51-DE99-5D6E-66A3-3ACB0C5AA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057" y="4886792"/>
            <a:ext cx="3977639" cy="1090409"/>
          </a:xfrm>
        </p:spPr>
        <p:txBody>
          <a:bodyPr anchor="b">
            <a:normAutofit/>
          </a:bodyPr>
          <a:lstStyle/>
          <a:p>
            <a:pPr algn="l"/>
            <a:r>
              <a:rPr lang="es-MX" sz="3200" b="1" dirty="0">
                <a:solidFill>
                  <a:schemeClr val="bg1"/>
                </a:solidFill>
              </a:rPr>
              <a:t>Subdirectorios persistentes</a:t>
            </a:r>
          </a:p>
        </p:txBody>
      </p:sp>
    </p:spTree>
    <p:extLst>
      <p:ext uri="{BB962C8B-B14F-4D97-AF65-F5344CB8AC3E}">
        <p14:creationId xmlns:p14="http://schemas.microsoft.com/office/powerpoint/2010/main" val="1979415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EA5387D-64D8-4D6C-B109-FF4E81DF6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A69716-9E18-2B67-1566-351EF26D59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2500" b="125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6B7D748-0873-4AA3-2844-9CDE2EC3D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4590" y="764373"/>
            <a:ext cx="3261609" cy="1293028"/>
          </a:xfrm>
        </p:spPr>
        <p:txBody>
          <a:bodyPr>
            <a:normAutofit fontScale="90000"/>
          </a:bodyPr>
          <a:lstStyle/>
          <a:p>
            <a:r>
              <a:rPr lang="es-MX" dirty="0"/>
              <a:t>Directorios </a:t>
            </a:r>
            <a:br>
              <a:rPr lang="es-MX" dirty="0"/>
            </a:br>
            <a:r>
              <a:rPr lang="es-MX" dirty="0"/>
              <a:t>para </a:t>
            </a:r>
            <a:br>
              <a:rPr lang="es-MX" dirty="0"/>
            </a:br>
            <a:r>
              <a:rPr lang="es-MX" dirty="0"/>
              <a:t>persistencia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7F4943-C091-5144-26C2-1C82474F0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89744"/>
            <a:ext cx="4950502" cy="582894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sz="2800" dirty="0"/>
              <a:t>/</a:t>
            </a:r>
            <a:r>
              <a:rPr lang="es-MX" sz="2800" dirty="0" err="1"/>
              <a:t>bin</a:t>
            </a:r>
            <a:endParaRPr lang="es-MX" sz="2800" dirty="0"/>
          </a:p>
          <a:p>
            <a:pPr marL="0" indent="0">
              <a:buNone/>
            </a:pPr>
            <a:r>
              <a:rPr lang="es-MX" sz="2800" dirty="0"/>
              <a:t>/</a:t>
            </a:r>
            <a:r>
              <a:rPr lang="es-MX" sz="2800" dirty="0" err="1"/>
              <a:t>boot</a:t>
            </a:r>
            <a:endParaRPr lang="es-MX" sz="2800" dirty="0"/>
          </a:p>
          <a:p>
            <a:pPr marL="0" indent="0">
              <a:buNone/>
            </a:pPr>
            <a:r>
              <a:rPr lang="es-MX" sz="2800" dirty="0"/>
              <a:t>/</a:t>
            </a:r>
            <a:r>
              <a:rPr lang="es-MX" sz="2800" dirty="0" err="1"/>
              <a:t>fev</a:t>
            </a:r>
            <a:endParaRPr lang="es-MX" sz="2800" dirty="0"/>
          </a:p>
          <a:p>
            <a:pPr marL="0" indent="0">
              <a:buNone/>
            </a:pPr>
            <a:r>
              <a:rPr lang="es-MX" sz="2800" dirty="0"/>
              <a:t>/</a:t>
            </a:r>
            <a:r>
              <a:rPr lang="es-MX" sz="2800" dirty="0" err="1"/>
              <a:t>etc</a:t>
            </a:r>
            <a:endParaRPr lang="es-MX" sz="2800" dirty="0"/>
          </a:p>
          <a:p>
            <a:pPr marL="0" indent="0">
              <a:buNone/>
            </a:pPr>
            <a:r>
              <a:rPr lang="es-MX" sz="2800" dirty="0"/>
              <a:t>/gns3</a:t>
            </a:r>
          </a:p>
          <a:p>
            <a:pPr marL="0" indent="0">
              <a:buNone/>
            </a:pPr>
            <a:r>
              <a:rPr lang="es-MX" sz="2800" dirty="0"/>
              <a:t>/gns3volumes</a:t>
            </a:r>
          </a:p>
          <a:p>
            <a:pPr marL="0" indent="0">
              <a:buNone/>
            </a:pPr>
            <a:r>
              <a:rPr lang="es-MX" sz="2800" dirty="0"/>
              <a:t>/home</a:t>
            </a:r>
          </a:p>
          <a:p>
            <a:pPr marL="0" indent="0">
              <a:buNone/>
            </a:pPr>
            <a:r>
              <a:rPr lang="es-MX" sz="2800" dirty="0"/>
              <a:t>/</a:t>
            </a:r>
            <a:r>
              <a:rPr lang="es-MX" sz="2800" dirty="0" err="1"/>
              <a:t>lib</a:t>
            </a:r>
            <a:endParaRPr lang="es-MX" sz="2800" dirty="0"/>
          </a:p>
          <a:p>
            <a:pPr marL="0" indent="0">
              <a:buNone/>
            </a:pPr>
            <a:r>
              <a:rPr lang="es-MX" sz="2800" dirty="0"/>
              <a:t>/lib64</a:t>
            </a:r>
          </a:p>
          <a:p>
            <a:pPr marL="0" indent="0">
              <a:buNone/>
            </a:pPr>
            <a:r>
              <a:rPr lang="es-MX" sz="2800" dirty="0"/>
              <a:t>/</a:t>
            </a:r>
            <a:r>
              <a:rPr lang="es-MX" sz="2800" dirty="0" err="1"/>
              <a:t>root</a:t>
            </a:r>
            <a:endParaRPr lang="es-MX" sz="2800" dirty="0"/>
          </a:p>
          <a:p>
            <a:pPr marL="0" indent="0">
              <a:buNone/>
            </a:pPr>
            <a:r>
              <a:rPr lang="es-MX" sz="2800" dirty="0"/>
              <a:t>/</a:t>
            </a:r>
            <a:r>
              <a:rPr lang="es-MX" sz="2800" dirty="0" err="1"/>
              <a:t>sbin</a:t>
            </a:r>
            <a:endParaRPr lang="es-MX" sz="2800" dirty="0"/>
          </a:p>
          <a:p>
            <a:pPr marL="0" indent="0">
              <a:buNone/>
            </a:pPr>
            <a:r>
              <a:rPr lang="es-MX" sz="2800" dirty="0"/>
              <a:t>/</a:t>
            </a:r>
            <a:r>
              <a:rPr lang="es-MX" sz="2800" dirty="0" err="1"/>
              <a:t>var</a:t>
            </a:r>
            <a:endParaRPr lang="es-MX" sz="2800" dirty="0"/>
          </a:p>
          <a:p>
            <a:pPr marL="0" indent="0">
              <a:buNone/>
            </a:pPr>
            <a:r>
              <a:rPr lang="es-MX" sz="2800" dirty="0"/>
              <a:t>/</a:t>
            </a:r>
            <a:r>
              <a:rPr lang="es-MX" sz="2800" dirty="0" err="1"/>
              <a:t>usr</a:t>
            </a:r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2721709881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TM04033937[[fn=Estela de condensación]]</Template>
  <TotalTime>12</TotalTime>
  <Words>38</Words>
  <Application>Microsoft Office PowerPoint</Application>
  <PresentationFormat>Panorámica</PresentationFormat>
  <Paragraphs>17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Century Gothic</vt:lpstr>
      <vt:lpstr>Estela de condensación</vt:lpstr>
      <vt:lpstr>Persistencia en dockets</vt:lpstr>
      <vt:lpstr>Subdirectorios persistentes</vt:lpstr>
      <vt:lpstr>Directorios  para  persistencia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Martinez Rosales</dc:creator>
  <cp:lastModifiedBy>Ricardo Martinez Rosales</cp:lastModifiedBy>
  <cp:revision>1</cp:revision>
  <dcterms:created xsi:type="dcterms:W3CDTF">2024-10-07T16:32:11Z</dcterms:created>
  <dcterms:modified xsi:type="dcterms:W3CDTF">2024-10-07T16:44:23Z</dcterms:modified>
</cp:coreProperties>
</file>